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OpenAI Sora 技术影响力深度分析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从"世界模拟器"视角看生成式AI的范式转移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报告议程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执行摘要：四大核心发现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技术洞察：Sora的核心突破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环境分析：PEST宏观视角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竞争格局：波特五力模型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价值重构：产业链变革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战略定位：SWOT分析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行动建议：决策参考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执行摘要：四大核心发现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技术范式转移：DiT架构验证，物理世界涌现式理解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产业价值链重塑：内容边际成本趋零，价值向创意转移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竞争格局分化：巨头军备竞赛，行业整合加速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监管伦理挑战：深度伪造信任危机，法规加速出台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技术突破：DiT架构与"世界模拟器"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Diffusion Transformer：融合全局语义理解与高质量生成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时空补丁：将视频分割为时空Patch作为训练单元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物理涌现：无需显式编程即可学习重力、遮挡、碰撞规律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技术里程碑：通往AGI的重要一步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PEST分析：宏观环境洞察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政治：AI监管立法加速，芯片出口管制扩大技术鸿沟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经济：视频制作成本降低90%，千亿级市场待激活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社会：创作民主化VS就业冲击，真实性定义重构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技术：物理世界模拟能力涌现，架构创新突破时长限制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市场规模与成本变革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生成式AI市场CAGR：35%（年复合增长率）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视频生成：第三大增长极，撬动千亿级美元市场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短视频制作成本降幅：&gt;90%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价值转移：从制作技能→创意构思+数据治理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波特五力分析：行业竞争格局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现有竞争者（强）：Google Veo/Genie、Runway、Pika快速迭代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潜在进入者（强）：TikTok、YouTube、Meta平台优势明显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供应商议价（极强）：NVIDIA算力供给决定训练成本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购买者议价（中）：顶尖模型稀缺，用户选择有限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替代品威胁（弱）：传统制作成本高昂，特定场景替代加速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价值链重构：从线性到即时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传统链条（8环节）：剧本→分镜→场景→拍摄→剪辑→特效→渲染→分发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Sora链条（4环节）：提示词工程→模型生成→后期筛选→分发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环节压缩率：50%，价值重心转移至创意层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新岗位诞生：AI视频精修师、提示词工程师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SWOT分析：Sora战略定位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优势S：60秒连贯生成、GPT-4生态融合、数据飞轮效应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劣势W：物理准确性不足、算力成本高、细节可控性弱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机会O：VR/AR内容填充、游戏资产生成、教育模拟视频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威胁T：版权诉讼风险、监管封锁、开源替代追赶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核心风险与挑战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技术成熟度：物体消失、空间扭曲等幻觉问题待解决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法律风险：艺术家集体诉讼、版权归属争议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伦理危机：深度伪造冲击社会信任基础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监管压力：全球AI标识法规强制化趋势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行动建议：企业决策者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布局Prompt资产：建立企业提示词资产库，标准化视频需求模板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混合工作流转型：AI生成+人工精修，培养员工AI协同能力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合规优先：严格遵守内容标识规定，建立内部审核机制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前瞻布局：关注VR/AR内容、游戏资产生成等新兴场景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行动建议：从业者与政策制定者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从业者→技能升级：从技术操作转向创意指导与AI工具操控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从业者→垂直深耕：聚焦纪录片、新闻等对真实性要求高的领域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政策→溯源标准：推动AI内容数字水印与元数据标准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政策→版权沙盒：建立训练数据版权沙盒机制，平衡创新与权益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Sora是通往物理世界模拟的关键一步，而非单纯视频工具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数据驱动的物理引擎特性，将颠覆影视、游戏、广告、教育四大千亿市场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技术成熟度与法律伦理是商业化落地的双重障碍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现在是布局Prompt资产、建立AI协同工作流的战略窗口期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报告编号：TR-2024-AI-003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分析师团队：InsightForge 技术分析部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参考资料：OpenAI、Gartner、McKinsey、NVIDIA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