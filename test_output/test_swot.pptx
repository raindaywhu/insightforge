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560320"/>
            <a:ext cx="73152" cy="13716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 Technology SWOT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Strengths</a:t>
            </a:r>
            <a:br/>
            <a:r>
              <a:t>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技术领先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人才优势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数据积累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486400" cy="2560320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Weaknesses</a:t>
            </a:r>
            <a:br/>
            <a:r>
              <a:t>劣势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成本高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人才短缺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监管风险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486400" cy="2560320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Opportunities</a:t>
            </a:r>
            <a:br/>
            <a:r>
              <a:t>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市场增长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政策支持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应用扩展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14800"/>
            <a:ext cx="5486400" cy="2560320"/>
          </a:xfrm>
          <a:prstGeom prst="roundRect">
            <a:avLst/>
          </a:prstGeom>
          <a:solidFill>
            <a:srgbClr val="F1C40F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Threats</a:t>
            </a:r>
            <a:br/>
            <a:r>
              <a:t>威胁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80060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竞争加剧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技术迭代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安全风险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38404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内部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" y="5303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外部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