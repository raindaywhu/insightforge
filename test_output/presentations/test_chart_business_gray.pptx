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95</c:v>
                </c:pt>
                <c:pt idx="2">
                  <c:v>25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AI improves accuracy by 42%</a:t>
            </a:r>
          </a:p>
          <a:p>
            <a:pPr>
              <a:spcAft>
                <a:spcPts val="800"/>
              </a:spcAft>
              <a:defRPr sz="1600">
                <a:solidFill>
                  <a:srgbClr val="2D3436"/>
                </a:solidFill>
              </a:defRPr>
            </a:pPr>
            <a:r>
              <a:t>• Processing speed up 2.4x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