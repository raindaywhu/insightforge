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PPT Image Insertion Test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InsightForge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Diagram</a:t>
            </a:r>
          </a:p>
        </p:txBody>
      </p:sp>
      <p:pic>
        <p:nvPicPr>
          <p:cNvPr id="4" name="Picture 3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3716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Core components of the system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 flows from input to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URL Image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Diffusion Transformer (DiT)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Spacetime patches for video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Value Chain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Traditional: 8 steps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Sora-enabled: 4 steps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50% reduction in process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Test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