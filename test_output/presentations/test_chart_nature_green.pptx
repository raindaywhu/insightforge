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80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95</c:v>
                </c:pt>
                <c:pt idx="2">
                  <c:v>25</c:v>
                </c:pt>
                <c:pt idx="3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AI improves accuracy by 42%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Processing speed up 2.4x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