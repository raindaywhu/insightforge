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大语言模型技术发展趋势深度分析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从技术范式转变到产业格局重塑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报告编号：TA-2023-LLM-001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01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02 宏观环境：PEST分析视角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03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04 价值链条：利润分布与流向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05 技术趋势：架构、窗口与智能体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06 战略建议：决策与行动指南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执行摘要：关键发现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技术范式：从参数扩张转向架构效率优化，高质量合成数据成新高地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算力霸权：英伟达构建极高护城河，开源模型瓦解闭源商业闭环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应用质变：从对话框交互向Agentic AI演进，智能体成为核心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垂直落地：RAG架构成为企业解决幻觉、落地高知识密度领域的标配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分析框架与方法论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PEST分析：宏观环境扫描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波特五力模型：产业竞争格局评估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价值链分析：从算力到应用的价值创造梳理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宏观环境：政治与经济 (P&amp;E)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政治环境：全球进入强监管时代，数据主权与合规成为焦点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地缘博弈：高端GPU出口管制加速区域性技术栈分化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成本结构：训练成本指数级增长，推理成本优化成企业关注重点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资本趋势：门槛抬高迫使初创企业转向垂直细分赛道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宏观环境：社会与技术 (S&amp;T)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社会影响：劳动力结构重塑，AI素养需求激增，Deepfake引发信任危机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架构突破：Transformer面临挑战，MoE与SSM架构异军突起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技术趋势：混合专家模型实现参数规模与推理成本解耦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产业竞争格局：波特五力分析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供应商议价能力：极高 (英伟达垄断算力与生态)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同业竞争强度：极高 (闭源头部对决开源降维打击)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新进入者威胁：中等 (算力与数据飞轮形成高壁垒)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购买者议价能力：中等 (B端有议价权，C端粘性高)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替代品威胁：低 (尚无大规模通用替代技术)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价值链分析：微笑曲线特征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上游(基础设施)：价值极高，芯片与云计算掌握核心利润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中游(基础模型)：价值中低，面临同质化与价格战风险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下游(应用服务)：价值高，RAG与垂直应用潜力巨大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核心洞察：模型权重壁垒消融，数据与工作流成为新护城河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技术演进趋势：三大核心方向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架构演进：从Dense转向Sparse (MoE)，大幅降低推理延迟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上下文突破：窗口扩展至百万级，混合架构挑战传统RAG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终极形态：Agent智能体，具备规划、工具调用与反思能力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摩尔定律映射：推理成本年降约10倍，催生大量新应用场景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开源闭源平衡：闭源前沿领先6-12个月，开源主导成本敏感市场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护城河转移：从模型权重转向高质量专有数据与业务工作流整合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战略建议：不同角色的行动指南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企业决策者：拥抱开源+RAG，聚焦高ROI场景，建立人机协作流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技术研发者：重构技能树，掌握RAG与Agent框架，关注端侧蓝海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投资者：关注基础设施与数据服务，警惕缺乏数据飞轮的API套壳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InsightForge 技术分析师团队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欢迎交流与探讨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