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GenAI Market ($B)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65</c:v>
                </c:pt>
                <c:pt idx="2">
                  <c:v>110</c:v>
                </c:pt>
                <c:pt idx="3">
                  <c:v>180</c:v>
                </c:pt>
                <c:pt idx="4">
                  <c:v>290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Reduction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Video Production</c:v>
                </c:pt>
                <c:pt idx="1">
                  <c:v>Content Creation</c:v>
                </c:pt>
                <c:pt idx="2">
                  <c:v>Marketing</c:v>
                </c:pt>
                <c:pt idx="3">
                  <c:v>Game Dev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65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Adoption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28</c:v>
                </c:pt>
                <c:pt idx="2">
                  <c:v>45</c:v>
                </c:pt>
                <c:pt idx="3">
                  <c:v>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Consumer Adoption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35</c:v>
                </c:pt>
                <c:pt idx="2">
                  <c:v>52</c:v>
                </c:pt>
                <c:pt idx="3">
                  <c:v>78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OpenAI</c:v>
                </c:pt>
                <c:pt idx="1">
                  <c:v>Google</c:v>
                </c:pt>
                <c:pt idx="2">
                  <c:v>Anthropic</c:v>
                </c:pt>
                <c:pt idx="3">
                  <c:v>Meta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PPT Chart Generation Test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InsightForge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Market Size Growth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CAGR: 65% year-over-year growth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Video generation: Third largest segment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Cost Reduction by Industry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Video production sees highest impact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Content creation close second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Adoption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Steady growth in both segments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Consumer adoption leads enterprise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Market Share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OpenAI leads with 35% market share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Top 3 players control 81% of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InsightForge Test Report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2026-03-18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