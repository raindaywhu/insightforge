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开启自主智能新时代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InsightForge | 2024年度报告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报告目录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技术概述与核心定义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关键技术突破与架构演进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市场格局与竞争态势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典型应用场景分析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挑战风险与未来展望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技术概述：从Copilot到Agent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定义：具备感知、规划、行动能力的智能体系统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演进：从单一任务执行向自主决策闭环转变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核心特征：自主性、反应性、主动性、社交性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2024里程碑：大模型推理能力跃升推动Agent落地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Agent 核心架构解析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0"/>
            <a:ext cx="109115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大脑：大语言模型（LLM）作为核心决策引擎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感知：多模态输入理解与环境状态监测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记忆：短期工作记忆与长期知识库结合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工具：API调用、代码执行与外部系统集成能力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关键技术突破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推理规划：思维链与思维树提升复杂任务解决率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长短期记忆：RAG技术优化上下文窗口限制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多智能体协作：AutoGen等框架实现群体智能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自我反思：通过迭代修正减少幻觉与错误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全球AI Agent市场规模预测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chart_type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title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竞争格局：巨头与新锐并存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科技巨头：OpenAI (GPTs), Google (Gemini), Microsoft (Copilot Studio)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开源先锋：LangChain, AutoGPT, CrewAI社区活跃度高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垂直领域：Salesforce, HubSpot深耕特定行业应用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竞争焦点：生态构建能力与工具链完善度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典型应用场景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企业自动化：自主完成数据分析、报告生成、流程审批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智能客服：从问答机器人升级为问题解决专家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软件开发：需求分析、编码、测试全流程辅助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个人助理：日程管理、信息筛选、个性化推荐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Agent SWOT 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strengths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weaknesses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opportunities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threats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核心挑战与风险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可靠性瓶颈：长链路任务执行的准确率仍待提升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成本控制：Token消耗与算力成本的平衡难题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安全边界：Agent自主权限带来的潜在安全隐患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伦理合规：责任归属与算法透明度亟待规范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战略建议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短期：在客服、营销等低风险场景试点应用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中期：构建企业私有知识库，提升Agent专业度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长期：关注多智能体协作生态，储备相关人才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风险防控：建立人机协同机制，设置关键决策人工确认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InsightForge | 深度洞察，智慧决策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联系我们：contact@insightforge.com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