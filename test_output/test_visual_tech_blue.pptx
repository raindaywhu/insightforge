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市场规模 (十亿美元)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技术趋势报告 2024</a:t>
            </a:r>
          </a:p>
          <a:p>
            <a:pPr algn="l">
              <a:spcBef>
                <a:spcPts val="1600"/>
              </a:spcBef>
              <a:defRPr sz="2400">
                <a:solidFill>
                  <a:srgbClr val="3498DB"/>
                </a:solidFill>
              </a:defRPr>
            </a:pPr>
            <a:r>
              <a:t>深度解析人工智能发展方向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2024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大语言模型能力持续突破，GPT-4 级别模型成为主流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多模态 AI 融合加速，图像、视频、音频统一处理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AI Agent 架构兴起，自动化任务执行能力增强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开源生态繁荣，Llama 系列引领开源浪潮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市场格局分析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645920"/>
            <a:ext cx="347472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GPT-4V、DALL-E 3、Sora 多模态领先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645920"/>
            <a:ext cx="347472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Gemini 全家桶，搜索集成优势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0407" y="1645920"/>
            <a:ext cx="347472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Claude 3 安全导向，长文本优秀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567" y="4206240"/>
            <a:ext cx="347472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" y="4892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Llama 开源生态，社区驱动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学术论文数据库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行业报告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产品发布信息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用户调研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趋势分析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竞品对比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技术评估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专家访谈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27432" cy="4572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发展里程碑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72601" y="3063240"/>
            <a:ext cx="320040" cy="3200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8241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2022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41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ChatGPT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AI 聊天引爆全球</a:t>
            </a:r>
          </a:p>
        </p:txBody>
      </p:sp>
      <p:sp>
        <p:nvSpPr>
          <p:cNvPr id="9" name="Oval 8"/>
          <p:cNvSpPr/>
          <p:nvPr/>
        </p:nvSpPr>
        <p:spPr>
          <a:xfrm>
            <a:off x="4663325" y="3063240"/>
            <a:ext cx="320040" cy="3200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8965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2023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965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多模态能力突破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254049" y="3063240"/>
            <a:ext cx="320040" cy="3200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9689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2023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89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GPT-4V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视觉理解升级</a:t>
            </a:r>
          </a:p>
        </p:txBody>
      </p:sp>
      <p:sp>
        <p:nvSpPr>
          <p:cNvPr id="15" name="Oval 14"/>
          <p:cNvSpPr/>
          <p:nvPr/>
        </p:nvSpPr>
        <p:spPr>
          <a:xfrm>
            <a:off x="9844773" y="3063240"/>
            <a:ext cx="320040" cy="3200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0413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2024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13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Sora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视频生成革命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市场规模预测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年复合增长率超过 50%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生成式 AI 占比快速提升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103120"/>
            <a:ext cx="2133295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感谢观看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联系方式: ai@insightforge.com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